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85" r:id="rId4"/>
    <p:sldId id="265" r:id="rId5"/>
    <p:sldId id="281" r:id="rId6"/>
    <p:sldId id="280" r:id="rId7"/>
    <p:sldId id="282" r:id="rId8"/>
    <p:sldId id="283" r:id="rId9"/>
    <p:sldId id="27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357"/>
    <a:srgbClr val="DFCF00"/>
    <a:srgbClr val="758101"/>
    <a:srgbClr val="BFBFBF"/>
    <a:srgbClr val="93A201"/>
    <a:srgbClr val="FFFFFF"/>
    <a:srgbClr val="F7F200"/>
    <a:srgbClr val="FD95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0553D-88A0-4260-9E6B-097CEBAF7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6E3BF3-98BF-449E-ADCF-7977AC83F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23EB-0D66-484B-A754-3983F54E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D672C4-D726-4244-B34B-460C6BF0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8C414D-B338-4578-A80F-9284D9C08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855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69A636-8193-4956-A006-F3AB0DEB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662A3-9A33-49E8-A42E-7029B7139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1FC66-B019-456E-B997-C9F3EABA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8DF73-7AB2-444F-9892-ABF14087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E34DF5-4B00-4D45-8935-D47B0992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99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6F3D2-6A2F-4093-913F-682E17B1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FF51BC-37E0-4AB6-87C0-A66A71FCB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1DAF4D-9732-413C-B1D5-576DCDD3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D2D48A-C2D1-446F-99B4-0A53C531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8991E-FED4-48B8-A538-1A072101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89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83CA7-D85A-435A-B591-594E9FDE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F3927-5C65-4171-9501-2755A2C04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6E724-15C1-4779-AE6E-5D1C8370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C5308-7C49-48D3-A131-ED30CCE8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29B6DB-3B45-4D41-879E-9BD55AF5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9E2E58-0BF0-4422-8BCC-94CB70C5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83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8B010-C411-4382-8BF0-0CD4DCB6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F38119-16B0-49BB-84C0-8D17ACF7D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0383DB-6AAA-45BD-8E88-E3893E536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0CD71-F06D-4B98-B26E-C8D940FC1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661579-F889-42A9-AEC9-6EE25B088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30B9DB-B61E-4470-84C5-C9D85B02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A788943-EA53-4CED-BFED-6422EE40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3BD451-90A0-4528-9092-AD2F1C05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5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5506E-9D34-43B5-9555-1748E54E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704C4D-3D5B-4257-BCD7-CCB3D649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787A24-BE84-4157-94C1-9A7A79D9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F1FFAF-AEA7-452C-A4D1-30DB6A2D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918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C4024C-82C6-4423-B6FE-9BA4FAA0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F9293E-421C-4271-B305-C1DCD9CB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117AE5-D386-44E1-A33E-AF0CB98B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6751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EC912-60E5-4D3D-871C-FF5DA7CB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9D9E88-74F3-422C-9E59-510E80C6A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4D063-B3A4-4C3C-8069-84656AB76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F32F1B-2CCC-4D15-A803-12968F822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54016-EFB9-428B-81C1-FED128CE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00FA2-5102-4C8C-96F7-2B817D3A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17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21D4F-EBDD-443A-A896-AF6E7BD0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1F57C0-F860-4BEC-809A-CA3A136A9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A4343B-537F-4B30-B217-CAD8D30C6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9E8029-4A06-46F6-8D25-4B017CF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EFA6CE-3D65-41B0-9261-33E1BC67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6F452B-13C5-4C0B-841E-5F75AA1DE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002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7311B-A13C-4F88-8CB2-16C6F989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225EB8-8D68-42A9-AB17-DA550493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830108-C868-4078-8BB9-82B29F253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36EFAF-D68A-43A0-A424-F868CF513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35645-AB13-4E8F-993E-E3FB5867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9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6B6AE3-2A4D-4F7B-8929-FC425B9AB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9144E8-2F37-4216-AF5A-260A2EF42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6B5B3-4EFE-4ED0-8811-9F1390F6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C2D93D-6CC5-44E4-9142-BB2AFB2F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A8BAF-7FA9-4AEE-B155-EACEB0AC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527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9A71E5-0996-4C33-9FB0-6B7DA87D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87D56C-E45E-4468-92BA-7EFD330D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31BF50-8679-45DD-AF2E-48DE0F8E0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DD5F8-769D-42A4-8431-1999C6ACF644}" type="datetimeFigureOut">
              <a:rPr lang="ko-KR" altLang="en-US" smtClean="0"/>
              <a:t>2025-12-11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1FF8A-3476-41E0-8703-153F2F2534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C616DB-7397-4BC5-AD2D-F85F7AABF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75ED9-BF62-42AB-B875-34A94FCC1B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93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E8E6B-167C-42CA-A999-FEA8F2E30DA6}"/>
              </a:ext>
            </a:extLst>
          </p:cNvPr>
          <p:cNvSpPr txBox="1"/>
          <p:nvPr/>
        </p:nvSpPr>
        <p:spPr>
          <a:xfrm>
            <a:off x="1394742" y="2577492"/>
            <a:ext cx="7268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일대일 배틀 게임</a:t>
            </a:r>
            <a:endParaRPr lang="en-US" altLang="ko-KR" sz="2800" spc="-150" dirty="0">
              <a:latin typeface="강한육군 Bold" panose="02020603020101020101" pitchFamily="18" charset="-127"/>
              <a:ea typeface="강한육군 Bold" panose="02020603020101020101" pitchFamily="18" charset="-127"/>
              <a:cs typeface="코트라 고딕체" panose="02020603020101020101" pitchFamily="18" charset="-127"/>
            </a:endParaRPr>
          </a:p>
          <a:p>
            <a:r>
              <a:rPr lang="en-US" altLang="ko-KR" sz="2800" spc="-150" dirty="0">
                <a:solidFill>
                  <a:srgbClr val="93A201"/>
                </a:solidFill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JAVA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F0919-AA85-4900-A00D-C69B442AD62F}"/>
              </a:ext>
            </a:extLst>
          </p:cNvPr>
          <p:cNvSpPr txBox="1"/>
          <p:nvPr/>
        </p:nvSpPr>
        <p:spPr>
          <a:xfrm>
            <a:off x="1406854" y="2408192"/>
            <a:ext cx="2948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spc="-150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20252365 </a:t>
            </a:r>
            <a:r>
              <a:rPr lang="ko-KR" altLang="en-US" sz="1200" spc="-150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조준혁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C1FD5D9-0E24-4680-812C-3E57EB16C56F}"/>
              </a:ext>
            </a:extLst>
          </p:cNvPr>
          <p:cNvCxnSpPr>
            <a:cxnSpLocks/>
          </p:cNvCxnSpPr>
          <p:nvPr/>
        </p:nvCxnSpPr>
        <p:spPr>
          <a:xfrm>
            <a:off x="5702568" y="6381750"/>
            <a:ext cx="1064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E23544E-6BA9-42ED-8146-B4699CFA84AD}"/>
              </a:ext>
            </a:extLst>
          </p:cNvPr>
          <p:cNvCxnSpPr>
            <a:cxnSpLocks/>
          </p:cNvCxnSpPr>
          <p:nvPr/>
        </p:nvCxnSpPr>
        <p:spPr>
          <a:xfrm>
            <a:off x="2876424" y="3269989"/>
            <a:ext cx="9315576" cy="0"/>
          </a:xfrm>
          <a:prstGeom prst="line">
            <a:avLst/>
          </a:prstGeom>
          <a:ln w="9525">
            <a:solidFill>
              <a:srgbClr val="93A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39082B28-6966-405E-98C2-B86531ACAFD2}"/>
              </a:ext>
            </a:extLst>
          </p:cNvPr>
          <p:cNvCxnSpPr>
            <a:cxnSpLocks/>
          </p:cNvCxnSpPr>
          <p:nvPr/>
        </p:nvCxnSpPr>
        <p:spPr>
          <a:xfrm>
            <a:off x="165100" y="3269728"/>
            <a:ext cx="1274092" cy="1"/>
          </a:xfrm>
          <a:prstGeom prst="line">
            <a:avLst/>
          </a:prstGeom>
          <a:ln w="9525">
            <a:solidFill>
              <a:srgbClr val="93A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9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36BE8C2-0A42-4D62-A0FF-810C364FBA98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4F1A65B-F4DD-4F2D-A55E-9AE50D65236B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E5C8F8-DDFE-4160-9FFD-B5F02225DE0B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0E053-010D-4727-8220-5C457994ECE0}"/>
              </a:ext>
            </a:extLst>
          </p:cNvPr>
          <p:cNvSpPr txBox="1"/>
          <p:nvPr/>
        </p:nvSpPr>
        <p:spPr>
          <a:xfrm>
            <a:off x="0" y="335568"/>
            <a:ext cx="102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pc="-150" dirty="0">
                <a:solidFill>
                  <a:prstClr val="black"/>
                </a:solidFill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구성</a:t>
            </a:r>
            <a:endParaRPr kumimoji="0" lang="en-US" altLang="ko-KR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강한육군 Bold" panose="02020603020101020101" pitchFamily="18" charset="-127"/>
              <a:ea typeface="강한육군 Bold" panose="02020603020101020101" pitchFamily="18" charset="-127"/>
              <a:cs typeface="코트라 고딕체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750DA-FE23-23B8-B3E6-BCA13DAD3A41}"/>
              </a:ext>
            </a:extLst>
          </p:cNvPr>
          <p:cNvSpPr txBox="1"/>
          <p:nvPr/>
        </p:nvSpPr>
        <p:spPr>
          <a:xfrm>
            <a:off x="673768" y="1197142"/>
            <a:ext cx="3043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강한육군 Bold" panose="02020603020101020101" pitchFamily="18" charset="-127"/>
                <a:ea typeface="강한육군 Bold" panose="02020603020101020101" pitchFamily="18" charset="-127"/>
              </a:rPr>
              <a:t>FighterBase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 (</a:t>
            </a:r>
            <a:r>
              <a:rPr lang="ko-KR" altLang="en-US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추상클래스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Skillset (</a:t>
            </a:r>
            <a:r>
              <a:rPr lang="ko-KR" altLang="en-US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인터페이스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Fighter1 (</a:t>
            </a:r>
            <a:r>
              <a:rPr lang="ko-KR" altLang="en-US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자식클래스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Fighter2 (</a:t>
            </a:r>
            <a:r>
              <a:rPr lang="ko-KR" altLang="en-US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자식클래스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Game (</a:t>
            </a:r>
            <a:r>
              <a:rPr lang="ko-KR" altLang="en-US" dirty="0" err="1">
                <a:latin typeface="강한육군 Bold" panose="02020603020101020101" pitchFamily="18" charset="-127"/>
                <a:ea typeface="강한육군 Bold" panose="02020603020101020101" pitchFamily="18" charset="-127"/>
              </a:rPr>
              <a:t>메인클래스</a:t>
            </a:r>
            <a:r>
              <a:rPr lang="en-US" altLang="ko-KR" dirty="0">
                <a:latin typeface="강한육군 Bold" panose="02020603020101020101" pitchFamily="18" charset="-127"/>
                <a:ea typeface="강한육군 Bold" panose="02020603020101020101" pitchFamily="18" charset="-127"/>
              </a:rPr>
              <a:t>)</a:t>
            </a:r>
            <a:endParaRPr lang="ko-KR" altLang="en-US" dirty="0">
              <a:latin typeface="강한육군 Bold" panose="02020603020101020101" pitchFamily="18" charset="-127"/>
              <a:ea typeface="강한육군 Bold" panose="02020603020101020101" pitchFamily="18" charset="-127"/>
            </a:endParaRPr>
          </a:p>
        </p:txBody>
      </p:sp>
      <p:pic>
        <p:nvPicPr>
          <p:cNvPr id="59" name="그림 58" descr="텍스트, 포스트잇 노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D21385-B6FC-76F7-4BBB-3AC8E29C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557" y="1716958"/>
            <a:ext cx="8316486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6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E540-3050-9626-39A4-EF381E4E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E27D7E-4850-DC5F-FBC1-C6E95855BBA6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2693F77-1551-5192-EED3-9B18829D9903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3A0490-83E4-44C7-2FDD-5B5D4196BB91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08721-1176-DD8E-A3C0-1704FD54A52E}"/>
              </a:ext>
            </a:extLst>
          </p:cNvPr>
          <p:cNvSpPr txBox="1"/>
          <p:nvPr/>
        </p:nvSpPr>
        <p:spPr>
          <a:xfrm>
            <a:off x="0" y="335568"/>
            <a:ext cx="102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실행</a:t>
            </a:r>
            <a:endParaRPr kumimoji="0" lang="en-US" altLang="ko-KR" b="0" i="0" u="none" strike="noStrike" kern="120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강한육군 Bold" panose="02020603020101020101" pitchFamily="18" charset="-127"/>
              <a:ea typeface="강한육군 Bold" panose="02020603020101020101" pitchFamily="18" charset="-127"/>
              <a:cs typeface="코트라 고딕체" panose="02020603020101020101" pitchFamily="18" charset="-127"/>
            </a:endParaRPr>
          </a:p>
        </p:txBody>
      </p:sp>
      <p:pic>
        <p:nvPicPr>
          <p:cNvPr id="4" name="그림 3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96F1CB-CA55-7376-207F-478AB93A0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338" y="704899"/>
            <a:ext cx="3046991" cy="5841330"/>
          </a:xfrm>
          <a:prstGeom prst="rect">
            <a:avLst/>
          </a:prstGeom>
        </p:spPr>
      </p:pic>
      <p:pic>
        <p:nvPicPr>
          <p:cNvPr id="7" name="그림 6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D61612-9D63-DA65-7444-3CC0D8928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88" y="821340"/>
            <a:ext cx="3346347" cy="560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36BE8C2-0A42-4D62-A0FF-810C364FBA98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4F1A65B-F4DD-4F2D-A55E-9AE50D65236B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E5C8F8-DDFE-4160-9FFD-B5F02225DE0B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30E053-010D-4727-8220-5C457994ECE0}"/>
              </a:ext>
            </a:extLst>
          </p:cNvPr>
          <p:cNvSpPr txBox="1"/>
          <p:nvPr/>
        </p:nvSpPr>
        <p:spPr>
          <a:xfrm>
            <a:off x="203366" y="297590"/>
            <a:ext cx="2226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-1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FighterBase</a:t>
            </a:r>
            <a:r>
              <a:rPr kumimoji="0" lang="en-US" altLang="ko-KR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 &amp; Skillset</a:t>
            </a:r>
          </a:p>
        </p:txBody>
      </p:sp>
      <p:pic>
        <p:nvPicPr>
          <p:cNvPr id="8" name="그림 7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A29A77-EB15-F9F2-EBC2-32ACE8712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73" y="1552313"/>
            <a:ext cx="6493206" cy="3013337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E84755-29BA-2081-C460-F56812E10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76" y="1552313"/>
            <a:ext cx="4591135" cy="301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554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1AC6-B001-F81F-90CF-ABBA10F7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3924E08-DDFD-9CDA-FADD-81E824F426D3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30CF0F0-EB79-E94F-2B31-9154B92B67C9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661EB7-0A7B-E384-293C-194FADB50F82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06753-7C6E-0319-EA60-4D8D7D010D67}"/>
              </a:ext>
            </a:extLst>
          </p:cNvPr>
          <p:cNvSpPr txBox="1"/>
          <p:nvPr/>
        </p:nvSpPr>
        <p:spPr>
          <a:xfrm>
            <a:off x="-46721" y="312473"/>
            <a:ext cx="1715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Fighter 1 &amp; 2</a:t>
            </a:r>
          </a:p>
        </p:txBody>
      </p:sp>
      <p:pic>
        <p:nvPicPr>
          <p:cNvPr id="6" name="그림 5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356B73-B8D2-4239-B6AB-5E46BBB60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20" y="971384"/>
            <a:ext cx="4918242" cy="4965866"/>
          </a:xfrm>
          <a:prstGeom prst="rect">
            <a:avLst/>
          </a:prstGeom>
        </p:spPr>
      </p:pic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E6C70F-337D-A7CC-A790-2D69136B4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0" y="971384"/>
            <a:ext cx="6110918" cy="2981387"/>
          </a:xfrm>
          <a:prstGeom prst="rect">
            <a:avLst/>
          </a:prstGeom>
        </p:spPr>
      </p:pic>
      <p:pic>
        <p:nvPicPr>
          <p:cNvPr id="10" name="그림 9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755D4C-2478-0080-3EA5-484F85034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150" y="4066830"/>
            <a:ext cx="6127055" cy="112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3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C589-E89B-8E68-108D-C16B3E5B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0803712-076B-FE37-C325-5310E77B9C47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0D59984-183E-5250-CDF8-D133B1ECD02B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2C721F-2DCB-2079-2995-0BA6E38BB381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97A527-B549-D1EC-14E4-A81DD11FEE07}"/>
              </a:ext>
            </a:extLst>
          </p:cNvPr>
          <p:cNvSpPr txBox="1"/>
          <p:nvPr/>
        </p:nvSpPr>
        <p:spPr>
          <a:xfrm>
            <a:off x="96252" y="312473"/>
            <a:ext cx="102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Game</a:t>
            </a: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9B3CD6-80B5-106A-94A1-2D8A816D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788" y="860874"/>
            <a:ext cx="5960424" cy="513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7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488A-EE6D-EF67-CCB1-92BEA5EA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FAF7A3-1AA1-AED4-1ABB-7534801CD7F4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0D949CE-8D72-0200-A020-FCDBD19CB653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B46CF3-73C0-D4A2-E824-62711B3C3913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2D153A-01CE-51A2-B7DB-1E5D59C2974A}"/>
              </a:ext>
            </a:extLst>
          </p:cNvPr>
          <p:cNvSpPr txBox="1"/>
          <p:nvPr/>
        </p:nvSpPr>
        <p:spPr>
          <a:xfrm>
            <a:off x="96252" y="312473"/>
            <a:ext cx="102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Game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B69AD9-5AC7-52F5-D585-66BE415CD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30" y="693730"/>
            <a:ext cx="4789913" cy="1853032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980741-9BDB-E806-A327-4B62344B2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0" y="2691150"/>
            <a:ext cx="4789913" cy="3554945"/>
          </a:xfrm>
          <a:prstGeom prst="rect">
            <a:avLst/>
          </a:prstGeom>
        </p:spPr>
      </p:pic>
      <p:pic>
        <p:nvPicPr>
          <p:cNvPr id="13" name="그림 12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6A8BE3-EF53-2672-2291-E9D181F84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449" y="693730"/>
            <a:ext cx="6393454" cy="5552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8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2CDD-4F59-76A8-EFC4-2CF21D2C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84F0C97-3066-641B-5C28-E3150F598DD2}"/>
              </a:ext>
            </a:extLst>
          </p:cNvPr>
          <p:cNvSpPr/>
          <p:nvPr/>
        </p:nvSpPr>
        <p:spPr>
          <a:xfrm>
            <a:off x="0" y="6705764"/>
            <a:ext cx="12192000" cy="152236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59015D1-EB69-5057-E845-413D2628EBC7}"/>
              </a:ext>
            </a:extLst>
          </p:cNvPr>
          <p:cNvSpPr/>
          <p:nvPr/>
        </p:nvSpPr>
        <p:spPr>
          <a:xfrm>
            <a:off x="174450" y="381727"/>
            <a:ext cx="57833" cy="230825"/>
          </a:xfrm>
          <a:prstGeom prst="roundRect">
            <a:avLst>
              <a:gd name="adj" fmla="val 27647"/>
            </a:avLst>
          </a:prstGeom>
          <a:solidFill>
            <a:srgbClr val="DFCF00"/>
          </a:solid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77055A-A316-EEE5-FCB9-B1CAAD1C8CFA}"/>
              </a:ext>
            </a:extLst>
          </p:cNvPr>
          <p:cNvSpPr/>
          <p:nvPr/>
        </p:nvSpPr>
        <p:spPr>
          <a:xfrm>
            <a:off x="0" y="2"/>
            <a:ext cx="12192000" cy="152234"/>
          </a:xfrm>
          <a:prstGeom prst="rect">
            <a:avLst/>
          </a:prstGeom>
          <a:solidFill>
            <a:srgbClr val="93A2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F0E853-CB5B-25E3-05FF-323368CA7FB1}"/>
              </a:ext>
            </a:extLst>
          </p:cNvPr>
          <p:cNvSpPr txBox="1"/>
          <p:nvPr/>
        </p:nvSpPr>
        <p:spPr>
          <a:xfrm>
            <a:off x="96252" y="312473"/>
            <a:ext cx="1025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강한육군 Bold" panose="02020603020101020101" pitchFamily="18" charset="-127"/>
                <a:ea typeface="강한육군 Bold" panose="02020603020101020101" pitchFamily="18" charset="-127"/>
                <a:cs typeface="코트라 고딕체" panose="02020603020101020101" pitchFamily="18" charset="-127"/>
              </a:rPr>
              <a:t>Game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6B538C-66E8-05E7-FC15-8C3F44976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144" y="1368131"/>
            <a:ext cx="4987647" cy="4121737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4BC3BC-4951-5842-9224-5408C744D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09" y="715968"/>
            <a:ext cx="4137341" cy="595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F1AA5F-7605-4E01-85ED-525E56CDA876}"/>
              </a:ext>
            </a:extLst>
          </p:cNvPr>
          <p:cNvSpPr txBox="1"/>
          <p:nvPr/>
        </p:nvSpPr>
        <p:spPr>
          <a:xfrm>
            <a:off x="1346616" y="3008118"/>
            <a:ext cx="7268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spc="-150" dirty="0">
                <a:solidFill>
                  <a:srgbClr val="75810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코트라 고딕체" panose="02020603020101020101" pitchFamily="18" charset="-127"/>
              </a:rPr>
              <a:t>감사합니다</a:t>
            </a:r>
            <a:r>
              <a:rPr lang="en-US" altLang="ko-KR" sz="2800" spc="-150" dirty="0">
                <a:solidFill>
                  <a:srgbClr val="75810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코트라 고딕체" panose="02020603020101020101" pitchFamily="18" charset="-127"/>
              </a:rPr>
              <a:t>.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2B34681-609C-4395-A88E-5A2B05F632FA}"/>
              </a:ext>
            </a:extLst>
          </p:cNvPr>
          <p:cNvCxnSpPr>
            <a:cxnSpLocks/>
          </p:cNvCxnSpPr>
          <p:nvPr/>
        </p:nvCxnSpPr>
        <p:spPr>
          <a:xfrm>
            <a:off x="3243714" y="3269728"/>
            <a:ext cx="8948286" cy="261"/>
          </a:xfrm>
          <a:prstGeom prst="line">
            <a:avLst/>
          </a:prstGeom>
          <a:ln w="9525">
            <a:solidFill>
              <a:srgbClr val="93A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C344373-6AA4-461E-8848-11F7B1B2AFF2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-67377" y="3269728"/>
            <a:ext cx="1413993" cy="0"/>
          </a:xfrm>
          <a:prstGeom prst="line">
            <a:avLst/>
          </a:prstGeom>
          <a:ln w="9525">
            <a:solidFill>
              <a:srgbClr val="93A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40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40</Words>
  <Application>Microsoft Office PowerPoint</Application>
  <PresentationFormat>와이드스크린</PresentationFormat>
  <Paragraphs>16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강한육군 Bold</vt:lpstr>
      <vt:lpstr>맑은 고딕</vt:lpstr>
      <vt:lpstr>에스코어 드림 8 Heavy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고은솔</dc:creator>
  <cp:lastModifiedBy>조준혁</cp:lastModifiedBy>
  <cp:revision>32</cp:revision>
  <dcterms:created xsi:type="dcterms:W3CDTF">2020-12-04T18:32:48Z</dcterms:created>
  <dcterms:modified xsi:type="dcterms:W3CDTF">2025-12-10T15:38:57Z</dcterms:modified>
</cp:coreProperties>
</file>